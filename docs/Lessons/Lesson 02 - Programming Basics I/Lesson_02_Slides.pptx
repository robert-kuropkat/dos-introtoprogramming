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3.png"/><Relationship Id="rId5" Type="http://schemas.openxmlformats.org/officeDocument/2006/relationships/image" Target="../media/image-19-3.png"/><Relationship Id="rId6" Type="http://schemas.openxmlformats.org/officeDocument/2006/relationships/image" Target="../media/image-19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ith_v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O U T H   L A K E   H O M E   E D U C A T O R 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338328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2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41148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Basics I: Sequences, Events &amp; the Game Loop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Thursday, August 20,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objectives &amp; materials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will:</a:t>
            </a:r>
            <a:endParaRPr lang="en-US" sz="1600" dirty="0"/>
          </a:p>
        </p:txBody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93852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sequences and why order matters</a:t>
            </a:r>
            <a:endParaRPr lang="en-US" sz="1450" dirty="0"/>
          </a:p>
        </p:txBody>
      </p:sp>
      <p:pic>
        <p:nvPicPr>
          <p:cNvPr id="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32888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5054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events and give a game example</a:t>
            </a:r>
            <a:endParaRPr lang="en-US" sz="1450" dirty="0"/>
          </a:p>
        </p:txBody>
      </p:sp>
      <p:pic>
        <p:nvPicPr>
          <p:cNvPr id="10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99816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307238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game loop concept</a:t>
            </a:r>
            <a:endParaRPr lang="en-US" sz="1450" dirty="0"/>
          </a:p>
        </p:txBody>
      </p:sp>
      <p:pic>
        <p:nvPicPr>
          <p:cNvPr id="12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66744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6393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Key Press Reactor - the start of the Semester 1 project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6949440" y="150876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EDF2F8"/>
          </a:solidFill>
          <a:ln/>
        </p:spPr>
      </p:sp>
      <p:sp>
        <p:nvSpPr>
          <p:cNvPr id="15" name="Text 8"/>
          <p:cNvSpPr/>
          <p:nvPr/>
        </p:nvSpPr>
        <p:spPr>
          <a:xfrm>
            <a:off x="722376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Using Today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7223760" y="2148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7498080" y="21488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laptop with all 8 engines verified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7223760" y="280720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7498080" y="28072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Scratch, for the live lecture demo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7223760" y="3465576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498080" y="346557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Engine-specific Student Handouts, one per student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7223760" y="4123944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498080" y="41239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lesson's Assets folder (placeholder sprite + sound - no download needed)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223760" y="478231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498080" y="47823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Game Design Document, to start filling in during lab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IGDA framework tie-in:  Programming - control structures and event-driven programming (introductory).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800" dirty="0"/>
          </a:p>
        </p:txBody>
      </p:sp>
      <p:pic>
        <p:nvPicPr>
          <p:cNvPr id="4" name="Image 1" descr="icons/produ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822960" cy="822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4173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2296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0:00 - 0:05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017520" y="1417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Lesson 1 recap, quick install spot-check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066544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20665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0:05 - 0:20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017520" y="206654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(live demo in Scratch)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715768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2715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0:20 - 0:35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017520" y="27157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(live demo in Scratch)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364992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0:35 - 0:50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17520" y="3364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Loop (concept + "under the hood" look)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014216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4014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0:50 - 1:00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017520" y="401421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lab exercise, hand out engine-specific handouts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C99A2E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4663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TIME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017520" y="4663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Key Press Reactor —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5221224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5221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1:00 - 1:50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3017520" y="522122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Key Press Reactor - the start of your Semester 1 project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548640" y="5870448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2960" y="5870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1:50 - 2:00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3017520" y="58704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check: quick share-out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recap and a quick install spot-check before we dive in.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of Lesson 1:</a:t>
            </a:r>
            <a:endParaRPr lang="en-US" sz="1600" dirty="0"/>
          </a:p>
        </p:txBody>
      </p:sp>
      <p:pic>
        <p:nvPicPr>
          <p:cNvPr id="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7556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safety, what game development involves, and a tour of all 8 engines</a:t>
            </a:r>
            <a:endParaRPr lang="en-US" sz="1500" dirty="0"/>
          </a:p>
        </p:txBody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5328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chose (or shortlisted) an engine and started installing it</a:t>
            </a:r>
            <a:endParaRPr lang="en-US" sz="1500" dirty="0"/>
          </a:p>
        </p:txBody>
      </p:sp>
      <p:pic>
        <p:nvPicPr>
          <p:cNvPr id="11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3101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our first real programming lesson - and the start of your Semester 1 project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/>
        </p:spPr>
      </p:sp>
      <p:pic>
        <p:nvPicPr>
          <p:cNvPr id="14" name="Image 4" descr="icons/wre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72000"/>
            <a:ext cx="548640" cy="5486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08760" y="45262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didn't finish installing last week, that's okay - we've got a few minutes now, and Scratch and GDevelop work straight in a browser with zero install if you're in a pinch.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program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idea in programming: instructions that happen one after another, in order.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is a list of instructions that happen one after another, in order.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your morning routine - wake up, get dressed, eat breakfast. If you get dressed before you wake up, that doesn't work. Order matters.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(Scratch):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10 steps  →  turn 15 degrees  →  say "Hello!"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703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blocks run top to bottom, one after another - every language we use this year (GDScript, C#, GML...) runs sequences like this at its core.</a:t>
            </a:r>
            <a:endParaRPr lang="en-US" sz="1200" dirty="0"/>
          </a:p>
        </p:txBody>
      </p:sp>
      <p:pic>
        <p:nvPicPr>
          <p:cNvPr id="12" name="Image 1" descr="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348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4434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what's something else in your daily life that has to happen in a specific order to work?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control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says "when this happens, do that" - the shift from running once to reacting.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is code that waits, then reacts: "when this happens, do that."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DF2F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(Scratch):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487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[right arrow] key pressed  →  move 10 steps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happens until the key is pressed - and each press runs the whole sequence underneath it again.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names, across every engine: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840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51760" y="3840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[key] pressed" hat block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4242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51760" y="42428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or checking Input inside _process()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645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651760" y="464515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Keyboard.current checks inside Update()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047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GameMaker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651760" y="504748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Pressed / Key Down event</a:t>
            </a:r>
            <a:endParaRPr lang="en-US" sz="1300" dirty="0"/>
          </a:p>
        </p:txBody>
      </p:sp>
      <p:pic>
        <p:nvPicPr>
          <p:cNvPr id="20" name="Image 1" descr="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342900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778240" y="3931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events can you think of in games you've played?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Sequences vs. Events - side by side</a:t>
            </a:r>
            <a:endParaRPr lang="en-US" sz="2600" dirty="0"/>
          </a:p>
        </p:txBody>
      </p:sp>
      <p:pic>
        <p:nvPicPr>
          <p:cNvPr id="4" name="Image 1" descr="diagram_sequences_ev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48" y="1143000"/>
            <a:ext cx="8001000" cy="5120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r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Loop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character keep moving smoothly while you hold a key? This is why.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Loop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isn't waiting for one event and stopping - it's constantly asking, ~30 to 60 times every second: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current input?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10312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move?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210312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be redrawn?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246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loop - check, update, draw, check, update, draw - happening dozens of times a second, is the game loop. You don't usually write it yourself; the engine runs it for you. Almost everything you build this year runs inside it.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DF2F8"/>
          </a:solidFill>
          <a:ln/>
        </p:spPr>
      </p:sp>
      <p:pic>
        <p:nvPicPr>
          <p:cNvPr id="15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5371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44805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Flip-book analogy: each page is slightly different, and flipping through them fast makes it look like smooth motion. Each "page" is one pass through the game loop.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Loop - Input, Update, Render</a:t>
            </a:r>
            <a:endParaRPr lang="en-US" sz="2600" dirty="0"/>
          </a:p>
        </p:txBody>
      </p:sp>
      <p:pic>
        <p:nvPicPr>
          <p:cNvPr id="4" name="Image 1" descr="diagram_game_lo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8" y="1143000"/>
            <a:ext cx="8229600" cy="51023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Diagrams Programmers Use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described the Game Loop in words. Professional game and software developers often draw it instead - using a couple of simple, standard diagram styles from UML (Unified Modeling Language).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/>
        </p:spPr>
      </p:sp>
      <p:pic>
        <p:nvPicPr>
          <p:cNvPr id="8" name="Image 1" descr="icons/programm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517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651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8680" y="34290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order things happen in - like a flowchart. Next up: your Key Press Reactor as one.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237744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/>
        </p:spPr>
      </p:sp>
      <p:pic>
        <p:nvPicPr>
          <p:cNvPr id="12" name="Image 2" descr="icons/control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65176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2651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Diagram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583680" y="34290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different "modes" something can be in, and what switches it between them - like Idle vs. Moving.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4864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come back to a third kind - Class Diagrams - later in the year, once you're writing more object-oriented code.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- Key Press Reactor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pic>
        <p:nvPicPr>
          <p:cNvPr id="6" name="Image 1" descr="diagram_activity_keyp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8" y="1097280"/>
            <a:ext cx="8229600" cy="5102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Diagram - The Player Character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pic>
        <p:nvPicPr>
          <p:cNvPr id="6" name="Image 1" descr="diagram_state_p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8" y="1097280"/>
            <a:ext cx="8229600" cy="5102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Exercise &amp; Lab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Press Reactor - and the very first piece of your Semester 1 project.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Press Reactor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that responds when you press a key - and the very first piece of your Semester 1 project. Save it somewhere you'll remember, as [YourName]Game.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1 - Minimal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does one thing.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- a complete finish for today.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2 - Complete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48056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arrow keys move your character.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8056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works end to end.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4672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3 - Refined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22960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sound, and/or polish - pick what interests you.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2960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share.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2976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pic>
        <p:nvPicPr>
          <p:cNvPr id="20" name="Image 1" descr="icons/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98848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44074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lesson: 4 engines (GameMaker, Unity, Unreal, 001 Game Creator) get a second, alternate set of instructions on their handout - the other coding style (visual or scripted) for the exact same result. Try it if you're curious how the other side works.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Time Notes</a:t>
            </a:r>
            <a:endParaRPr lang="en-US" sz="3400" dirty="0"/>
          </a:p>
        </p:txBody>
      </p:sp>
      <p:pic>
        <p:nvPicPr>
          <p:cNvPr id="4" name="Image 1" descr="icons/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14400" cy="914400"/>
          </a:xfrm>
          <a:prstGeom prst="rect">
            <a:avLst/>
          </a:prstGeom>
        </p:spPr>
      </p:pic>
      <p:pic>
        <p:nvPicPr>
          <p:cNvPr id="5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84048" cy="38404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97280" y="1463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 by engine cluster, starting with whichever engine has the most students this week.</a:t>
            </a:r>
            <a:endParaRPr lang="en-US" sz="1500" dirty="0"/>
          </a:p>
        </p:txBody>
      </p:sp>
      <p:pic>
        <p:nvPicPr>
          <p:cNvPr id="7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384048" cy="38404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9728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early snag, every engine: an event block/node that isn't actually connected won't run. "Nothing happens" → check connections first.</a:t>
            </a:r>
            <a:endParaRPr lang="en-US" sz="1500" dirty="0"/>
          </a:p>
        </p:txBody>
      </p:sp>
      <p:pic>
        <p:nvPicPr>
          <p:cNvPr id="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384048" cy="38404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097280" y="3566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finish Level 2 early should be pointed at the Level 3 ideas on their handout - not given new unrelated work.</a:t>
            </a:r>
            <a:endParaRPr lang="en-US" sz="1500" dirty="0"/>
          </a:p>
        </p:txBody>
      </p:sp>
      <p:pic>
        <p:nvPicPr>
          <p:cNvPr id="11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54880"/>
            <a:ext cx="384048" cy="38404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097280" y="46177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1:50, call time and do a 2-minute share-out: ask 2-3 students to show what they built, across different engines if possible.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4" name="Text 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15" name="Text 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ith_sl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146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371600" y="329184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more programming foundations - variables, loops, and conditionals.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371600" y="39319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 on your Key Press Reactor at home if you'd like - and start jotting notes in your Game Design Document.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2026-08-07T02:26:18Z</dcterms:created>
  <dcterms:modified xsi:type="dcterms:W3CDTF">2026-08-07T02:26:18Z</dcterms:modified>
</cp:coreProperties>
</file>