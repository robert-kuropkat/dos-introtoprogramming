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2.png"/><Relationship Id="rId6" Type="http://schemas.openxmlformats.org/officeDocument/2006/relationships/image" Target="../media/image-1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3.png"/><Relationship Id="rId5" Type="http://schemas.openxmlformats.org/officeDocument/2006/relationships/image" Target="../media/image-14-3.png"/><Relationship Id="rId6" Type="http://schemas.openxmlformats.org/officeDocument/2006/relationships/image" Target="../media/image-14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with_vg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O U T H   L A K E   H O M E   E D U C A T O R 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338328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14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41148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the Stakes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1, Week 14  -  Difficulty Scaling &amp; Stretch Features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objectives &amp; materials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students will:</a:t>
            </a:r>
            <a:endParaRPr lang="en-US" sz="1600" dirty="0"/>
          </a:p>
        </p:txBody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93852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hardcoded numbers with wave-dependent formulas</a:t>
            </a:r>
            <a:endParaRPr lang="en-US" sz="1450" dirty="0"/>
          </a:p>
        </p:txBody>
      </p:sp>
      <p:pic>
        <p:nvPicPr>
          <p:cNvPr id="8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32888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50545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referenced value in agreement, everywhere</a:t>
            </a:r>
            <a:endParaRPr lang="en-US" sz="1450" dirty="0"/>
          </a:p>
        </p:txBody>
      </p:sp>
      <p:pic>
        <p:nvPicPr>
          <p:cNvPr id="10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99816"/>
            <a:ext cx="384048" cy="3840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307238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both enemy count AND enemy speed by wave</a:t>
            </a:r>
            <a:endParaRPr lang="en-US" sz="1450" dirty="0"/>
          </a:p>
        </p:txBody>
      </p:sp>
      <p:pic>
        <p:nvPicPr>
          <p:cNvPr id="12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66744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363931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and attempt one capstone-level stretch feature</a:t>
            </a:r>
            <a:endParaRPr lang="en-US" sz="1450" dirty="0"/>
          </a:p>
        </p:txBody>
      </p:sp>
      <p:sp>
        <p:nvSpPr>
          <p:cNvPr id="14" name="Shape 7"/>
          <p:cNvSpPr/>
          <p:nvPr/>
        </p:nvSpPr>
        <p:spPr>
          <a:xfrm>
            <a:off x="6949440" y="1508760"/>
            <a:ext cx="4709160" cy="4206240"/>
          </a:xfrm>
          <a:prstGeom prst="roundRect">
            <a:avLst>
              <a:gd name="adj" fmla="val 2609"/>
            </a:avLst>
          </a:prstGeom>
          <a:solidFill>
            <a:srgbClr val="EDF2F8"/>
          </a:solidFill>
          <a:ln/>
        </p:spPr>
      </p:sp>
      <p:sp>
        <p:nvSpPr>
          <p:cNvPr id="15" name="Text 8"/>
          <p:cNvSpPr/>
          <p:nvPr/>
        </p:nvSpPr>
        <p:spPr>
          <a:xfrm>
            <a:off x="722376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Using Today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7223760" y="21488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7498080" y="214884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laptop with all 8 engines verified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7223760" y="2807208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7498080" y="280720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Godot, for the live lecture demo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7223760" y="3465576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498080" y="346557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assets - reuses existing enemies/spawn logic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7223760" y="4123944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498080" y="41239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001GC: 2 new pre-placed enemy copies (design time)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7223760" y="4782312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498080" y="47823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[YourName]Game project from Lesson 13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IGDA framework tie-in:  Game Design - balance, pacing, difficulty curves (intermediate); Programming - parameterization (intermediate).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800" dirty="0"/>
          </a:p>
        </p:txBody>
      </p:sp>
      <p:pic>
        <p:nvPicPr>
          <p:cNvPr id="4" name="Image 1" descr="icons/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822960" cy="8229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280160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22960" y="12801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0:00 - 0:05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017520" y="128016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back, Lesson 13 recap</a:t>
            </a:r>
            <a:endParaRPr lang="en-US" sz="1230" dirty="0"/>
          </a:p>
        </p:txBody>
      </p:sp>
      <p:sp>
        <p:nvSpPr>
          <p:cNvPr id="8" name="Shape 4"/>
          <p:cNvSpPr/>
          <p:nvPr/>
        </p:nvSpPr>
        <p:spPr>
          <a:xfrm>
            <a:off x="548640" y="1883664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188366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0:05 - 0:15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017520" y="188366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Foreshadowed Feature: One Formula, Two Places</a:t>
            </a:r>
            <a:endParaRPr lang="en-US" sz="1230" dirty="0"/>
          </a:p>
        </p:txBody>
      </p:sp>
      <p:sp>
        <p:nvSpPr>
          <p:cNvPr id="11" name="Shape 7"/>
          <p:cNvSpPr/>
          <p:nvPr/>
        </p:nvSpPr>
        <p:spPr>
          <a:xfrm>
            <a:off x="548640" y="2487168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248716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0:15 - 0:35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017520" y="248716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Speed to the Mix</a:t>
            </a:r>
            <a:endParaRPr lang="en-US" sz="1230" dirty="0"/>
          </a:p>
        </p:txBody>
      </p:sp>
      <p:sp>
        <p:nvSpPr>
          <p:cNvPr id="14" name="Shape 10"/>
          <p:cNvSpPr/>
          <p:nvPr/>
        </p:nvSpPr>
        <p:spPr>
          <a:xfrm>
            <a:off x="548640" y="3090672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309067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0:35 - 0:45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017520" y="309067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Twist: Student's Choice</a:t>
            </a:r>
            <a:endParaRPr lang="en-US" sz="1230" dirty="0"/>
          </a:p>
        </p:txBody>
      </p:sp>
      <p:sp>
        <p:nvSpPr>
          <p:cNvPr id="17" name="Shape 13"/>
          <p:cNvSpPr/>
          <p:nvPr/>
        </p:nvSpPr>
        <p:spPr>
          <a:xfrm>
            <a:off x="548640" y="3694176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369417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0:45 - 0:55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017520" y="369417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lab exercise, hand out engine-specific handouts</a:t>
            </a:r>
            <a:endParaRPr lang="en-US" sz="1230" dirty="0"/>
          </a:p>
        </p:txBody>
      </p:sp>
      <p:sp>
        <p:nvSpPr>
          <p:cNvPr id="20" name="Shape 16"/>
          <p:cNvSpPr/>
          <p:nvPr/>
        </p:nvSpPr>
        <p:spPr>
          <a:xfrm>
            <a:off x="548640" y="429768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C99A2E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42976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TIME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017520" y="42976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Raising the Stakes —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48640" y="4809744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960" y="480974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0:55 - 1:50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017520" y="480974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count and speed, then pick one stretch feature</a:t>
            </a:r>
            <a:endParaRPr lang="en-US" sz="1230" dirty="0"/>
          </a:p>
        </p:txBody>
      </p:sp>
      <p:sp>
        <p:nvSpPr>
          <p:cNvPr id="26" name="Shape 22"/>
          <p:cNvSpPr/>
          <p:nvPr/>
        </p:nvSpPr>
        <p:spPr>
          <a:xfrm>
            <a:off x="548640" y="5413248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22960" y="541324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1:50 - 2:00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3017520" y="541324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check: toughest wave 3 wins bragging rights</a:t>
            </a:r>
            <a:endParaRPr lang="en-US" sz="1230" dirty="0"/>
          </a:p>
        </p:txBody>
      </p:sp>
      <p:sp>
        <p:nvSpPr>
          <p:cNvPr id="29" name="Text 2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Back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your game starts fighting back.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Back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of Lesson 13:</a:t>
            </a:r>
            <a:endParaRPr lang="en-US" sz="1600" dirty="0"/>
          </a:p>
        </p:txBody>
      </p:sp>
      <p:pic>
        <p:nvPicPr>
          <p:cNvPr id="7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75564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hit finally looks like getting hit - flash, then explosion</a:t>
            </a:r>
            <a:endParaRPr lang="en-US" sz="1500" dirty="0"/>
          </a:p>
        </p:txBody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53288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11's Key deliberately called 5-per-wave a "simplification"</a:t>
            </a:r>
            <a:endParaRPr lang="en-US" sz="1500" dirty="0"/>
          </a:p>
        </p:txBody>
      </p:sp>
      <p:pic>
        <p:nvPicPr>
          <p:cNvPr id="11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8328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3101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the payoff: count AND speed both scale with wave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DF2F8"/>
          </a:solidFill>
          <a:ln/>
        </p:spPr>
      </p:sp>
      <p:pic>
        <p:nvPicPr>
          <p:cNvPr id="14" name="Image 4" descr="icons/desig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572000"/>
            <a:ext cx="548640" cy="5486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08760" y="452628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own project from last week today, not a new one. No new assets needed - 001 Game Creator students add two more pre-placed enemy copies first (see your Handout).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Formula, Two Places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 for a simplification flagged weeks ago.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Formula, Two Places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EDF2F8"/>
          </a:solidFill>
          <a:ln/>
        </p:spPr>
      </p:sp>
      <p:pic>
        <p:nvPicPr>
          <p:cNvPr id="7" name="Image 1" descr="icons/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50876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always spawning 5 enemies, spawn (4 + wave). Wave 1: still 5. Wave 2: 6. Wave 3: 7. One small formula, and the game already escalates.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48640" y="306324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3246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that formula has to appear in TWO places - wherever enemies spawn, AND wherever enemies_remaining resets for a new wave. If they disagree, the win-check breaks.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truth, referenced everywhere - the same discipline behind Lesson 10's reusable reset function.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programm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Speed to the Mix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is a start. Speed makes it dangerous.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Speed to the Mix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alone is a good start, but speed makes it feel dangerous.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EDF2F8"/>
          </a:solidFill>
          <a:ln/>
        </p:spPr>
      </p:sp>
      <p:pic>
        <p:nvPicPr>
          <p:cNvPr id="8" name="Image 1" descr="icons/programm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14884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demo: in spawn_wave(), right after creating each enemy, set enemy.speed = 60.0 + (wave - 1) * 20.0. Wave 1 stays the same; wave 3 is noticeably faster.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7490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931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enemy's OWN movement code from Lesson 4 doesn't change at all - it already reads a speed variable. Today we just started setting it differently per wave. That's good structure paying off.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wr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Student's Choice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ONE. Good-faith effort is a complete finish.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Week's Twist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works differently this week: pick ONE of five real capstone-level ideas.</a:t>
            </a:r>
            <a:endParaRPr lang="en-US" sz="1500" dirty="0"/>
          </a:p>
        </p:txBody>
      </p:sp>
      <p:pic>
        <p:nvPicPr>
          <p:cNvPr id="7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Destructible shields</a:t>
            </a:r>
            <a:endParaRPr lang="en-US" sz="1500" dirty="0"/>
          </a:p>
        </p:txBody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116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6656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power-up</a:t>
            </a:r>
            <a:endParaRPr lang="en-US" sz="1500" dirty="0"/>
          </a:p>
        </p:txBody>
      </p:sp>
      <p:pic>
        <p:nvPicPr>
          <p:cNvPr id="11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9748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2651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bonus enemy</a:t>
            </a:r>
            <a:endParaRPr lang="en-US" sz="1500" dirty="0"/>
          </a:p>
        </p:txBody>
      </p:sp>
      <p:pic>
        <p:nvPicPr>
          <p:cNvPr id="13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697480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766560" y="2651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movement</a:t>
            </a:r>
            <a:endParaRPr lang="en-US" sz="1500" dirty="0"/>
          </a:p>
        </p:txBody>
      </p:sp>
      <p:pic>
        <p:nvPicPr>
          <p:cNvPr id="15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383280"/>
            <a:ext cx="365760" cy="3657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80160" y="3337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game-over screen</a:t>
            </a:r>
            <a:endParaRPr lang="en-US" sz="1500" dirty="0"/>
          </a:p>
        </p:txBody>
      </p:sp>
      <p:sp>
        <p:nvSpPr>
          <p:cNvPr id="17" name="Shape 9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open-ended on purpose. A good-faith attempt at the general idea - even if rough - is a complete Level 3 finish today. Pick whichever sounds the most fun to YOU.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p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Exercise &amp; Lab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the Stakes - scale it, then choose your own.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the Stakes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enemy count and speed by wave, then pick one stretch feature - built on top of your existing project.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EDF2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1 - Minimal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count increases by one each wave (5, 6, 7).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- a complete finish for today.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21031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EDF2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2 - Complete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48056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ALSO scales; restart returns to wave 1's values.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8056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works end to end.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46720" y="21031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EDF2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3 - Refined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22960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stretch feature; a good-faith attempt.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share.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2976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</p:sp>
      <p:pic>
        <p:nvPicPr>
          <p:cNvPr id="20" name="Image 1" descr="icons/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498848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63040" y="4407408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full 3-wave round when you're done, and confirm restarting brings everything back to wave 1's original feel.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Time Notes</a:t>
            </a:r>
            <a:endParaRPr lang="en-US" sz="3400" dirty="0"/>
          </a:p>
        </p:txBody>
      </p:sp>
      <p:pic>
        <p:nvPicPr>
          <p:cNvPr id="4" name="Image 1" descr="icons/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14400" cy="914400"/>
          </a:xfrm>
          <a:prstGeom prst="rect">
            <a:avLst/>
          </a:prstGeom>
        </p:spPr>
      </p:pic>
      <p:pic>
        <p:nvPicPr>
          <p:cNvPr id="5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84048" cy="38404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97280" y="1463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the spawn-count formula updated in one place but not the enemies_remaining reset in the other - an easy one to half-do.</a:t>
            </a:r>
            <a:endParaRPr lang="en-US" sz="1350" dirty="0"/>
          </a:p>
        </p:txBody>
      </p:sp>
      <p:pic>
        <p:nvPicPr>
          <p:cNvPr id="7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384048" cy="38404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97280" y="2514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 Game Creator students need extra time up front to correctly add and name enemy_6/enemy_7 before any scripting begins.</a:t>
            </a:r>
            <a:endParaRPr lang="en-US" sz="1350" dirty="0"/>
          </a:p>
        </p:txBody>
      </p:sp>
      <p:pic>
        <p:nvPicPr>
          <p:cNvPr id="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03320"/>
            <a:ext cx="384048" cy="38404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097280" y="3566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cluster's wave 3 feels impossible rather than exciting, help them dial back their difficulty increments rather than pushing through.</a:t>
            </a:r>
            <a:endParaRPr lang="en-US" sz="1350" dirty="0"/>
          </a:p>
        </p:txBody>
      </p:sp>
      <p:pic>
        <p:nvPicPr>
          <p:cNvPr id="11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754880"/>
            <a:ext cx="384048" cy="384048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097280" y="46177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is open-ended this week - help students scope their chosen feature down to something achievable in the remaining time.</a:t>
            </a:r>
            <a:endParaRPr lang="en-US" sz="1350" dirty="0"/>
          </a:p>
        </p:txBody>
      </p:sp>
      <p:sp>
        <p:nvSpPr>
          <p:cNvPr id="13" name="Text 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4" name="Text 6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15" name="Text 7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with_sl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4028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Stakes Are Raised!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371600" y="306324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enemies, faster enemies, and a feature that's all your own.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371600" y="365760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a final polish pass, and the Semester 1 Capstone presentation.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71600" y="429768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tuning your difficulty curve at home if you'd like - and keep building on your Level 3 feature if you're excited about it.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2026-08-01T23:51:01Z</dcterms:created>
  <dcterms:modified xsi:type="dcterms:W3CDTF">2026-08-01T23:51:01Z</dcterms:modified>
</cp:coreProperties>
</file>