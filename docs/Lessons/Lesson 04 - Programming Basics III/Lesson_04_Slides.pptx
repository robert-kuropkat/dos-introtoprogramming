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3.png"/><Relationship Id="rId5" Type="http://schemas.openxmlformats.org/officeDocument/2006/relationships/image" Target="../media/image-14-3.png"/><Relationship Id="rId6" Type="http://schemas.openxmlformats.org/officeDocument/2006/relationships/image" Target="../media/image-1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v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T H   L A K E   H O M E   E D U C A T O R 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38328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4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Basics III: Direct Hit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1, Week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objectives &amp; materials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will:</a:t>
            </a:r>
            <a:endParaRPr lang="en-US" sz="1600" dirty="0"/>
          </a:p>
        </p:txBody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938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collision/overlap detection is</a:t>
            </a:r>
            <a:endParaRPr lang="en-US" sz="1450" dirty="0"/>
          </a:p>
        </p:txBody>
      </p:sp>
      <p:pic>
        <p:nvPicPr>
          <p:cNvPr id="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32888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5054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trigger/area checks vs. solid physical collision</a:t>
            </a:r>
            <a:endParaRPr lang="en-US" sz="1450" dirty="0"/>
          </a:p>
        </p:txBody>
      </p:sp>
      <p:pic>
        <p:nvPicPr>
          <p:cNvPr id="1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9816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0723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destroying two objects on one hit is safe</a:t>
            </a:r>
            <a:endParaRPr lang="en-US" sz="1450" dirty="0"/>
          </a:p>
        </p:txBody>
      </p:sp>
      <p:pic>
        <p:nvPicPr>
          <p:cNvPr id="1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6674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639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working enemy + collision mechanic to their project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949440" y="150876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EDF2F8"/>
          </a:solidFill>
          <a:ln/>
        </p:spPr>
      </p:sp>
      <p:sp>
        <p:nvSpPr>
          <p:cNvPr id="15" name="Text 8"/>
          <p:cNvSpPr/>
          <p:nvPr/>
        </p:nvSpPr>
        <p:spPr>
          <a:xfrm>
            <a:off x="72237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Using Today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7223760" y="2148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498080" y="21488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laptop with all 8 engines verified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223760" y="280720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498080" y="28072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Godot, for the live lecture demo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223760" y="346557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498080" y="34655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Engine-specific Student Handouts, one per student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7223760" y="412394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498080" y="41239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lesson's Assets folder (new enemy sprite + hit sound - no download needed)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223760" y="47823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498080" y="47823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[YourName]Game project from Lesson 3 - not a new one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IGDA framework tie-in:  Programming - collision/physics systems, event-driven programming (introductory).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800" dirty="0"/>
          </a:p>
        </p:txBody>
      </p:sp>
      <p:pic>
        <p:nvPicPr>
          <p:cNvPr id="4" name="Image 1" descr="icons/prod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82296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417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2296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0:00 - 0:05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017520" y="1417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Lesson 3 recap, quick share-out</a:t>
            </a:r>
            <a:endParaRPr lang="en-US" sz="1280" dirty="0"/>
          </a:p>
        </p:txBody>
      </p:sp>
      <p:sp>
        <p:nvSpPr>
          <p:cNvPr id="8" name="Shape 4"/>
          <p:cNvSpPr/>
          <p:nvPr/>
        </p:nvSpPr>
        <p:spPr>
          <a:xfrm>
            <a:off x="548640" y="2066544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20665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0:05 - 0:25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017520" y="206654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Detection: How Engines Know Things Touched (live demo)</a:t>
            </a:r>
            <a:endParaRPr lang="en-US" sz="1280" dirty="0"/>
          </a:p>
        </p:txBody>
      </p:sp>
      <p:sp>
        <p:nvSpPr>
          <p:cNvPr id="11" name="Shape 7"/>
          <p:cNvSpPr/>
          <p:nvPr/>
        </p:nvSpPr>
        <p:spPr>
          <a:xfrm>
            <a:off x="548640" y="2715768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2715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0:25 - 0:45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17520" y="27157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Revisited: Destroying Two Things at Once, Safely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548640" y="3364992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0:45 - 0:50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17520" y="3364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Placement: Things You Spawn vs. Things You Place</a:t>
            </a:r>
            <a:endParaRPr lang="en-US" sz="1280" dirty="0"/>
          </a:p>
        </p:txBody>
      </p:sp>
      <p:sp>
        <p:nvSpPr>
          <p:cNvPr id="17" name="Shape 13"/>
          <p:cNvSpPr/>
          <p:nvPr/>
        </p:nvSpPr>
        <p:spPr>
          <a:xfrm>
            <a:off x="548640" y="4014216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4014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0:50 - 1:00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017520" y="401421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lab exercise, hand out engine-specific handouts</a:t>
            </a:r>
            <a:endParaRPr lang="en-US" sz="128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C99A2E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TIME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017520" y="4663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Direct Hit —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221224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5221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1:00 - 1:50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017520" y="522122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enemy and collision detection to your Semester 1 project</a:t>
            </a:r>
            <a:endParaRPr lang="en-US" sz="1280" dirty="0"/>
          </a:p>
        </p:txBody>
      </p:sp>
      <p:sp>
        <p:nvSpPr>
          <p:cNvPr id="26" name="Shape 22"/>
          <p:cNvSpPr/>
          <p:nvPr/>
        </p:nvSpPr>
        <p:spPr>
          <a:xfrm>
            <a:off x="548640" y="5870448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" y="5870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1:50 - 2:00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3017520" y="58704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check: quick share-out</a:t>
            </a:r>
            <a:endParaRPr lang="en-US" sz="1280" dirty="0"/>
          </a:p>
        </p:txBody>
      </p:sp>
      <p:sp>
        <p:nvSpPr>
          <p:cNvPr id="29" name="Text 2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recap and a quick share of any working shooting mechanics.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of Lesson 3:</a:t>
            </a:r>
            <a:endParaRPr lang="en-US" sz="1600" dirty="0"/>
          </a:p>
        </p:txBody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7556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and cleanup - spawning a bullet that flies up and disappears</a:t>
            </a:r>
            <a:endParaRPr lang="en-US" sz="1500" dirty="0"/>
          </a:p>
        </p:txBody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5328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got a working fire key with a cooldown-capped shooting mechanic</a:t>
            </a:r>
            <a:endParaRPr lang="en-US" sz="1500" dirty="0"/>
          </a:p>
        </p:txBody>
      </p:sp>
      <p:pic>
        <p:nvPicPr>
          <p:cNvPr id="1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3101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adding an enemy - your bullets finally have something to hit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/>
        </p:spPr>
      </p:sp>
      <p:pic>
        <p:nvPicPr>
          <p:cNvPr id="14" name="Image 4" descr="icons/wre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7200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08760" y="45262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own project from last week today, not a new one - everything we build adds on top of the character and bullet you already have.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Detection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 engine even know two things touched?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Detection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object a simple collision shape (a box or circle, not exact pixel art). Every frame, the engine checks if any two shapes overlap - and fires a signal when they do.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question, different names, across every engine: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51760" y="265176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Area2D + area_entered signal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054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GameMaker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51760" y="30540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Collision event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3456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51760" y="345643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Collider2D (Is Trigger) + OnTriggerEnter2D()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51760" y="385876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ActorBeginOverlap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DF2F8"/>
          </a:solidFill>
          <a:ln/>
        </p:spPr>
      </p:sp>
      <p:pic>
        <p:nvPicPr>
          <p:cNvPr id="17" name="Image 1" descr="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45152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45720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where else in a game does this same idea show up? (Coins, doorways, an attack landing, falling into a hazard.)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Revisited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collision, two things to destroy - and why that's always safe.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Revisited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collision now needs to clean up TWO objects: the bullet that hit, and the enemy that got hit.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engine we use, calling "destroy this" a second time on something already destroyed is completely harmless - the engine just ignores the repeat.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/>
        </p:spPr>
      </p:sp>
      <p:pic>
        <p:nvPicPr>
          <p:cNvPr id="9" name="Image 1" descr="icons/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163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4320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it's the Enemy's own script that reacts to being hit - not the Bullet's. Whoever gets hit is the one responsible for what happens next.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pic>
        <p:nvPicPr>
          <p:cNvPr id="12" name="Image 2" descr="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891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29768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fire several bullets quickly, including some that miss. Hits destroy the enemy exactly once - misses keep flying and vanish off-screen exactly like last week.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 spawn while playing vs. things you place ahead of time.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still instances - copies of a template. They just come into existence at different moments: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EDF2F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94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Spawned at runtime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exist until the game creates it while playing.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week's bullet - created on each fire-key press.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0116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EDF2F8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194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at design time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537960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in the scene/room/level from the very start.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3520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enemy - placed once, ahead of time.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this split all semester: bullets, effects, and pickups get spawned; level layout, a boss, and fixed obstacles get placed.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Exercise &amp; Lab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Hit - the first piece of your capstone's actual combat loop.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Hit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enemy sits on screen. Shooting it destroys both the enemy and the bullet that hit it - added on top of your existing project.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1 - Minimal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 and the bullet that hits it both disappear on contact.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- a complete finish for today.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2 - Complete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cleanly and exactly once - no errors, misses unaffected.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805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works end to end.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3 - Refined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a distinct look, and/or clean hit-response structure.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share.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pic>
        <p:nvPicPr>
          <p:cNvPr id="20" name="Image 1" descr="icon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98848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44074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up: this is the first week needing a real collision/physics component - a Rigidbody2D in Unity, an Area2D shape in Godot, overlap events in Unreal. Check that first if nothing happens on contact.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Time Notes</a:t>
            </a:r>
            <a:endParaRPr lang="en-US" sz="3400" dirty="0"/>
          </a:p>
        </p:txBody>
      </p:sp>
      <p:pic>
        <p:nvPicPr>
          <p:cNvPr id="4" name="Image 1" descr="icon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14400" cy="914400"/>
          </a:xfrm>
          <a:prstGeom prst="rect">
            <a:avLst/>
          </a:prstGeom>
        </p:spPr>
      </p:pic>
      <p:pic>
        <p:nvPicPr>
          <p:cNvPr id="5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84048" cy="38404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97280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bug this week: "nothing happens when I shoot the enemy" - almost always a missing or misconfigured collision component. Check that first.</a:t>
            </a:r>
            <a:endParaRPr lang="en-US" sz="1400" dirty="0"/>
          </a:p>
        </p:txBody>
      </p:sp>
      <p:pic>
        <p:nvPicPr>
          <p:cNvPr id="7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384048" cy="38404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9728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 common: the bullet destroys things it shouldn't, or the enemy never gets destroyed - usually a missing or mismatched tag/group check.</a:t>
            </a:r>
            <a:endParaRPr lang="en-US" sz="1400" dirty="0"/>
          </a:p>
        </p:txBody>
      </p:sp>
      <p:pic>
        <p:nvPicPr>
          <p:cNvPr id="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384048" cy="38404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097280" y="3566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finish Level 2 early should be pointed at the Level 3 ideas on their handout - not given new unrelated work.</a:t>
            </a:r>
            <a:endParaRPr lang="en-US" sz="1400" dirty="0"/>
          </a:p>
        </p:txBody>
      </p:sp>
      <p:pic>
        <p:nvPicPr>
          <p:cNvPr id="11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54880"/>
            <a:ext cx="384048" cy="38404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097280" y="4617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1:50, call time and do a 2-minute share-out: ask 2-3 students to show what they built, across different engines if possible.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4" name="Text 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15" name="Text 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sl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2918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multiple enemies at once - loops that spawn and manage a whole row of them.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71600" y="39319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polishing your combat mechanic at home if you'd like - try one of the Level 3 ideas if you haven't already.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2026-08-01T15:52:44Z</dcterms:created>
  <dcterms:modified xsi:type="dcterms:W3CDTF">2026-08-01T15:52:44Z</dcterms:modified>
</cp:coreProperties>
</file>