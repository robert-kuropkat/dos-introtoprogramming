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2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3.png"/><Relationship Id="rId5" Type="http://schemas.openxmlformats.org/officeDocument/2006/relationships/image" Target="../media/image-12-3.png"/><Relationship Id="rId6" Type="http://schemas.openxmlformats.org/officeDocument/2006/relationships/image" Target="../media/image-12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vg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5029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1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O U T H   L A K E   H O M E   E D U C A T O R 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383280"/>
            <a:ext cx="12191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15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914400" y="41148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Show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1, Week 15  -  Level 3 Refined Milestone - Capstone Presentation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a Glance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 objectives &amp; format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48640" y="15087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today, students will:</a:t>
            </a:r>
            <a:endParaRPr lang="en-US" sz="1600" dirty="0"/>
          </a:p>
        </p:txBody>
      </p:sp>
      <p:pic>
        <p:nvPicPr>
          <p:cNvPr id="6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384048" cy="3840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938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Self-assess against the full capstone checklist</a:t>
            </a:r>
            <a:endParaRPr lang="en-US" sz="1450" dirty="0"/>
          </a:p>
        </p:txBody>
      </p:sp>
      <p:pic>
        <p:nvPicPr>
          <p:cNvPr id="8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32888"/>
            <a:ext cx="384048" cy="38404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51560" y="2505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a final, prioritized polish pass</a:t>
            </a:r>
            <a:endParaRPr lang="en-US" sz="1450" dirty="0"/>
          </a:p>
        </p:txBody>
      </p:sp>
      <p:pic>
        <p:nvPicPr>
          <p:cNvPr id="10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099816"/>
            <a:ext cx="384048" cy="38404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51560" y="3072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a working game confidently to the class</a:t>
            </a:r>
            <a:endParaRPr lang="en-US" sz="1450" dirty="0"/>
          </a:p>
        </p:txBody>
      </p:sp>
      <p:pic>
        <p:nvPicPr>
          <p:cNvPr id="12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666744"/>
            <a:ext cx="384048" cy="384048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51560" y="3639312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the Level 3 Refined milestone</a:t>
            </a:r>
            <a:endParaRPr lang="en-US" sz="1450" dirty="0"/>
          </a:p>
        </p:txBody>
      </p:sp>
      <p:sp>
        <p:nvSpPr>
          <p:cNvPr id="14" name="Shape 7"/>
          <p:cNvSpPr/>
          <p:nvPr/>
        </p:nvSpPr>
        <p:spPr>
          <a:xfrm>
            <a:off x="6949440" y="1508760"/>
            <a:ext cx="4709160" cy="4206240"/>
          </a:xfrm>
          <a:prstGeom prst="roundRect">
            <a:avLst>
              <a:gd name="adj" fmla="val 2609"/>
            </a:avLst>
          </a:prstGeom>
          <a:solidFill>
            <a:srgbClr val="EDF2F8"/>
          </a:solidFill>
          <a:ln/>
        </p:spPr>
      </p:sp>
      <p:sp>
        <p:nvSpPr>
          <p:cNvPr id="15" name="Text 8"/>
          <p:cNvSpPr/>
          <p:nvPr/>
        </p:nvSpPr>
        <p:spPr>
          <a:xfrm>
            <a:off x="7223760" y="1691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Different</a:t>
            </a:r>
            <a:endParaRPr lang="en-US" sz="1500" dirty="0"/>
          </a:p>
        </p:txBody>
      </p:sp>
      <p:sp>
        <p:nvSpPr>
          <p:cNvPr id="16" name="Text 9"/>
          <p:cNvSpPr/>
          <p:nvPr/>
        </p:nvSpPr>
        <p:spPr>
          <a:xfrm>
            <a:off x="7223760" y="2148840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7498080" y="2148840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lecture demo, no new mechanics today</a:t>
            </a:r>
            <a:endParaRPr lang="en-US" sz="1250" dirty="0"/>
          </a:p>
        </p:txBody>
      </p:sp>
      <p:sp>
        <p:nvSpPr>
          <p:cNvPr id="18" name="Text 11"/>
          <p:cNvSpPr/>
          <p:nvPr/>
        </p:nvSpPr>
        <p:spPr>
          <a:xfrm>
            <a:off x="7223760" y="2807208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19" name="Text 12"/>
          <p:cNvSpPr/>
          <p:nvPr/>
        </p:nvSpPr>
        <p:spPr>
          <a:xfrm>
            <a:off x="7498080" y="2807208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workshop-and-showcase day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7223760" y="3465576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7498080" y="3465576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assets - this IS the capstone</a:t>
            </a:r>
            <a:endParaRPr lang="en-US" sz="1250" dirty="0"/>
          </a:p>
        </p:txBody>
      </p:sp>
      <p:sp>
        <p:nvSpPr>
          <p:cNvPr id="22" name="Text 15"/>
          <p:cNvSpPr/>
          <p:nvPr/>
        </p:nvSpPr>
        <p:spPr>
          <a:xfrm>
            <a:off x="7223760" y="4123944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7498080" y="4123944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Bring: your own Lesson 14 project, nothing else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7223760" y="4782312"/>
            <a:ext cx="228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500" dirty="0"/>
          </a:p>
        </p:txBody>
      </p:sp>
      <p:sp>
        <p:nvSpPr>
          <p:cNvPr id="25" name="Text 18"/>
          <p:cNvSpPr/>
          <p:nvPr/>
        </p:nvSpPr>
        <p:spPr>
          <a:xfrm>
            <a:off x="7498080" y="4782312"/>
            <a:ext cx="4023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laptop on standby, backup only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IGDA framework tie-in:  Production - scoping, finishing, and presenting a project (intermediate); all Five Disciplines, in review.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29" name="Text 22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Agenda</a:t>
            </a:r>
            <a:endParaRPr lang="en-US" sz="3800" dirty="0"/>
          </a:p>
        </p:txBody>
      </p:sp>
      <p:pic>
        <p:nvPicPr>
          <p:cNvPr id="4" name="Image 1" descr="icons/prod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822960" cy="8229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28016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822960" y="128016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0:00 - 0:10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3017520" y="128016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back, capstone reflection, milestone framing</a:t>
            </a:r>
            <a:endParaRPr lang="en-US" sz="1230" dirty="0"/>
          </a:p>
        </p:txBody>
      </p:sp>
      <p:sp>
        <p:nvSpPr>
          <p:cNvPr id="8" name="Shape 4"/>
          <p:cNvSpPr/>
          <p:nvPr/>
        </p:nvSpPr>
        <p:spPr>
          <a:xfrm>
            <a:off x="548640" y="1883664"/>
            <a:ext cx="11064240" cy="420624"/>
          </a:xfrm>
          <a:prstGeom prst="roundRect">
            <a:avLst>
              <a:gd name="adj" fmla="val 17391"/>
            </a:avLst>
          </a:prstGeom>
          <a:solidFill>
            <a:srgbClr val="C99A2E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1883664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TIME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3017520" y="1883664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Work the Full Capstone Checklist —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48640" y="239572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39572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0:10 - 0:55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017520" y="2395728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Fix, tune, and finish - checklist first, extras second</a:t>
            </a:r>
            <a:endParaRPr lang="en-US" sz="1230" dirty="0"/>
          </a:p>
        </p:txBody>
      </p:sp>
      <p:sp>
        <p:nvSpPr>
          <p:cNvPr id="14" name="Shape 10"/>
          <p:cNvSpPr/>
          <p:nvPr/>
        </p:nvSpPr>
        <p:spPr>
          <a:xfrm>
            <a:off x="548640" y="299923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2960" y="2999232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0:55 - 1:00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7520" y="2999232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logistics, running order / sign-up</a:t>
            </a:r>
            <a:endParaRPr lang="en-US" sz="1230" dirty="0"/>
          </a:p>
        </p:txBody>
      </p:sp>
      <p:sp>
        <p:nvSpPr>
          <p:cNvPr id="17" name="Shape 13"/>
          <p:cNvSpPr/>
          <p:nvPr/>
        </p:nvSpPr>
        <p:spPr>
          <a:xfrm>
            <a:off x="548640" y="3602736"/>
            <a:ext cx="11064240" cy="420624"/>
          </a:xfrm>
          <a:prstGeom prst="roundRect">
            <a:avLst>
              <a:gd name="adj" fmla="val 17391"/>
            </a:avLst>
          </a:prstGeom>
          <a:solidFill>
            <a:srgbClr val="C99A2E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2960" y="3602736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017520" y="3602736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6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About 2 Minutes Each —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411480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22960" y="4114800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1:00 - 1:50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17520" y="4114800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round, name your game, show your feature</a:t>
            </a:r>
            <a:endParaRPr lang="en-US" sz="1230" dirty="0"/>
          </a:p>
        </p:txBody>
      </p:sp>
      <p:sp>
        <p:nvSpPr>
          <p:cNvPr id="23" name="Shape 19"/>
          <p:cNvSpPr/>
          <p:nvPr/>
        </p:nvSpPr>
        <p:spPr>
          <a:xfrm>
            <a:off x="548640" y="471830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2960" y="4718304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1:50 - 2:00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017520" y="4718304"/>
            <a:ext cx="8412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3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celebration, look ahead to Semester 2</a:t>
            </a:r>
            <a:endParaRPr lang="en-US" sz="1230" dirty="0"/>
          </a:p>
        </p:txBody>
      </p:sp>
      <p:sp>
        <p:nvSpPr>
          <p:cNvPr id="26" name="Text 22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Welcome Back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weeks. A real, finished game.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Reflection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is different from every other day this semester:</a:t>
            </a:r>
            <a:endParaRPr lang="en-US" sz="1600" dirty="0"/>
          </a:p>
        </p:txBody>
      </p:sp>
      <p:pic>
        <p:nvPicPr>
          <p:cNvPr id="7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51560" y="175564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code to learn - today you finish, and today you show what you built</a:t>
            </a:r>
            <a:endParaRPr lang="en-US" sz="1500" dirty="0"/>
          </a:p>
        </p:txBody>
      </p:sp>
      <p:pic>
        <p:nvPicPr>
          <p:cNvPr id="9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06040"/>
            <a:ext cx="365760" cy="3657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253288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Lesson 1, you've built a game that moves, shoots, scores, wins, loses, sounds, reacts, and escalates</a:t>
            </a:r>
            <a:endParaRPr lang="en-US" sz="1500" dirty="0"/>
          </a:p>
        </p:txBody>
      </p:sp>
      <p:pic>
        <p:nvPicPr>
          <p:cNvPr id="11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83280"/>
            <a:ext cx="365760" cy="36576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51560" y="3310128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45 minutes of polish time, then about 2-minute presentations - no slides, no stress</a:t>
            </a:r>
            <a:endParaRPr lang="en-US" sz="1500" dirty="0"/>
          </a:p>
        </p:txBody>
      </p:sp>
      <p:sp>
        <p:nvSpPr>
          <p:cNvPr id="13" name="Shape 7"/>
          <p:cNvSpPr/>
          <p:nvPr/>
        </p:nvSpPr>
        <p:spPr>
          <a:xfrm>
            <a:off x="548640" y="434340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DF2F8"/>
          </a:solidFill>
          <a:ln/>
        </p:spPr>
      </p:sp>
      <p:pic>
        <p:nvPicPr>
          <p:cNvPr id="14" name="Image 4" descr="icons/boo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72000"/>
            <a:ext cx="548640" cy="54864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508760" y="4526280"/>
            <a:ext cx="9875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own project from last week today - this IS your capstone. There's nothing separate to submit, and nothing new to bring.</a:t>
            </a:r>
            <a:endParaRPr lang="en-US" sz="1400" dirty="0"/>
          </a:p>
        </p:txBody>
      </p:sp>
      <p:sp>
        <p:nvSpPr>
          <p:cNvPr id="16" name="Text 9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7" name="Text 10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18" name="Text 11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Polish Time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first. Extras only after that.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Polish Time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your Handout's checklist top to bottom - in priority order: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1234440" y="2011680"/>
            <a:ext cx="10378440" cy="1005840"/>
          </a:xfrm>
          <a:prstGeom prst="roundRect">
            <a:avLst>
              <a:gd name="adj" fmla="val 9091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463040" y="208483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anything broken or unchecked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463040" y="24688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simple game beats a broken ambitious one.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1234440" y="3200400"/>
            <a:ext cx="10378440" cy="1005840"/>
          </a:xfrm>
          <a:prstGeom prst="roundRect">
            <a:avLst>
              <a:gd name="adj" fmla="val 9091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463040" y="327355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anything unfair or confusing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463040" y="36576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Difficulty, text clarity, sound volume/timing.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8" name="Text 15"/>
          <p:cNvSpPr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1234440" y="4389120"/>
            <a:ext cx="10378440" cy="1005840"/>
          </a:xfrm>
          <a:prstGeom prst="roundRect">
            <a:avLst>
              <a:gd name="adj" fmla="val 9091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463040" y="4462272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then: your Lesson 14 feature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463040" y="48463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any extra polish, if time and energy remain.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 Moment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Level 3 Refined actually means.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Level 3 Refined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EDF2F8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5087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MVP (Lesson 6) meant a complete, playable loop. Level 2 Complete (Lesson 11) meant real depth. Level 3 Refined means feature-complete, tested, and polished enough to comfortably share outside of class.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3063240"/>
            <a:ext cx="11064240" cy="2331720"/>
          </a:xfrm>
          <a:prstGeom prst="roundRect">
            <a:avLst>
              <a:gd name="adj" fmla="val 4706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2461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not a claim that everything is perfect. It's a claim that your game is DONE - a real, working, presentable arcade game, built by you, over fifteen weeks, in an engine you chose.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22960" y="43891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However far up the Level ladder you got, a finished game is today's whole point - not a perfect one.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controll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34640" y="23774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Presentations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2880360" y="33375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round. Tell us about it. That's it.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880360" y="39776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2880360" y="397764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 Your Game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424160" y="45720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F4F0E6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24160" y="4572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 minutes each. No slides, no notes required - just play while you talk.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548640" y="1965960"/>
            <a:ext cx="411480" cy="41148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965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43000" y="192024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your game, and its core mechanic, in one sentence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143000" y="269748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a short round - a hit, a wave clear, a win or loss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48640" y="3520440"/>
            <a:ext cx="411480" cy="41148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43000" y="347472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out your chosen Level 3 stretch feature specifically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48640" y="4297680"/>
            <a:ext cx="411480" cy="411480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4297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30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143000" y="42519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something breaks live: say what it's supposed to do, and move on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Polish &amp; Presentation Notes</a:t>
            </a:r>
            <a:endParaRPr lang="en-US" sz="3000" dirty="0"/>
          </a:p>
        </p:txBody>
      </p:sp>
      <p:pic>
        <p:nvPicPr>
          <p:cNvPr id="4" name="Image 1" descr="icons/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65760"/>
            <a:ext cx="914400" cy="914400"/>
          </a:xfrm>
          <a:prstGeom prst="rect">
            <a:avLst/>
          </a:prstGeom>
        </p:spPr>
      </p:pic>
      <p:pic>
        <p:nvPicPr>
          <p:cNvPr id="5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384048" cy="38404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97280" y="14630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firmly toward fixing and tuning over adding anything new during polish time.</a:t>
            </a:r>
            <a:endParaRPr lang="en-US" sz="1350" dirty="0"/>
          </a:p>
        </p:txBody>
      </p:sp>
      <p:pic>
        <p:nvPicPr>
          <p:cNvPr id="7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51760"/>
            <a:ext cx="384048" cy="384048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097280" y="251460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Triage: Core Mechanics broken, then Sound/Animation, then Difficulty/Level 3, in that order if time is short.</a:t>
            </a:r>
            <a:endParaRPr lang="en-US" sz="1350" dirty="0"/>
          </a:p>
        </p:txBody>
      </p:sp>
      <p:pic>
        <p:nvPicPr>
          <p:cNvPr id="9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03320"/>
            <a:ext cx="384048" cy="384048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1097280" y="35661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presentation of a Level 1/2 game is a full success today - not every Level 3 item needs to be finished.</a:t>
            </a:r>
            <a:endParaRPr lang="en-US" sz="1350" dirty="0"/>
          </a:p>
        </p:txBody>
      </p:sp>
      <p:pic>
        <p:nvPicPr>
          <p:cNvPr id="11" name="Image 5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754880"/>
            <a:ext cx="384048" cy="384048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097280" y="461772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2-minute presentation limit firmly, with a warning at the halfway point.</a:t>
            </a:r>
            <a:endParaRPr lang="en-US" sz="1350" dirty="0"/>
          </a:p>
        </p:txBody>
      </p:sp>
      <p:sp>
        <p:nvSpPr>
          <p:cNvPr id="13" name="Text 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4" name="Text 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15" name="Text 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Capstone, In Review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7160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463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Mechanics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931920" y="14630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shoot, score, lives, win/lose, restart, waves (L2-11)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24688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56032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931920" y="25603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Shoot, explosion, wave clear, game over (L12)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56616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36576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931920" y="36576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flash, explosion effect (L13)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466344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EDF2F8"/>
          </a:solidFill>
          <a:ln w="12700">
            <a:solidFill>
              <a:srgbClr val="DCE3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2960" y="47548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931920" y="47548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count and speed scale by wave (L14)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Plus: one chosen Level 3 stretch feature - shields, a power-up, a bonus enemy, formation movement, or a title/game-over screen.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114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4A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Looking Ahead: Semester 2</a:t>
            </a:r>
            <a:endParaRPr lang="en-US" sz="3000" dirty="0"/>
          </a:p>
        </p:txBody>
      </p:sp>
      <p:pic>
        <p:nvPicPr>
          <p:cNvPr id="4" name="Image 1" descr="icons/programm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365760"/>
            <a:ext cx="822960" cy="8229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146304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EDF2F8"/>
          </a:solidFill>
          <a:ln/>
        </p:spPr>
      </p:sp>
      <p:sp>
        <p:nvSpPr>
          <p:cNvPr id="6" name="Text 2"/>
          <p:cNvSpPr/>
          <p:nvPr/>
        </p:nvSpPr>
        <p:spPr>
          <a:xfrm>
            <a:off x="822960" y="164592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 2 picks up in a very different place: state machines, enemy/AI behavior, physics, expanding scope with menus and save data, and eventually a much bigger capstone for the CoOp Expo. New this term: testing your own game (and having classmates try it) becomes an ongoing habit, not a one-time thing at the end.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548640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0F2C52"/>
          </a:solidFill>
          <a:ln w="12700">
            <a:solidFill>
              <a:srgbClr val="C99A2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22960" y="384048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built this semester stays exactly this valuable: it's proof you can take an idea all the way to done.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itle_with_slh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2402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8C2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 Complete!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1371600" y="306324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weeks, one idea, a real finished game - built and shown by you.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1371600" y="365760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4F0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Congratulations, Video Game Creation - Semester 1 is in the books.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371600" y="4297680"/>
            <a:ext cx="9448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F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you next semester for state machines, AI, and an even bigger build.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6528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GAME CREATION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088575" y="65288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505895" y="6528816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8C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2026-08-04T19:42:55Z</dcterms:created>
  <dcterms:modified xsi:type="dcterms:W3CDTF">2026-08-04T19:42:55Z</dcterms:modified>
</cp:coreProperties>
</file>