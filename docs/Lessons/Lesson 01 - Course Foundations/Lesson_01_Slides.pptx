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9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92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with_vg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02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O U T H   L A K E   H O M E   E D U C A T O R 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3383280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1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371600" y="411480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Internet Safety &amp; Choosing Your Platform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Thursday, August 13,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objectives &amp; materials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students will:</a:t>
            </a:r>
            <a:endParaRPr lang="en-US" sz="1600" dirty="0"/>
          </a:p>
        </p:txBody>
      </p:sp>
      <p:pic>
        <p:nvPicPr>
          <p:cNvPr id="6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6596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93852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class structure and expectations</a:t>
            </a:r>
            <a:endParaRPr lang="en-US" sz="1450" dirty="0"/>
          </a:p>
        </p:txBody>
      </p:sp>
      <p:pic>
        <p:nvPicPr>
          <p:cNvPr id="8" name="Image 2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32888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50545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 least 2 online-safety practices specific to gaming</a:t>
            </a:r>
            <a:endParaRPr lang="en-US" sz="1450" dirty="0"/>
          </a:p>
        </p:txBody>
      </p:sp>
      <p:pic>
        <p:nvPicPr>
          <p:cNvPr id="10" name="Image 3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99816"/>
            <a:ext cx="384048" cy="3840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307238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major disciplines of game development</a:t>
            </a:r>
            <a:endParaRPr lang="en-US" sz="1450" dirty="0"/>
          </a:p>
        </p:txBody>
      </p:sp>
      <p:pic>
        <p:nvPicPr>
          <p:cNvPr id="12" name="Image 4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66744"/>
            <a:ext cx="384048" cy="3840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363931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chosen (or shortlisted) an engine and made install progress</a:t>
            </a:r>
            <a:endParaRPr lang="en-US" sz="1450" dirty="0"/>
          </a:p>
        </p:txBody>
      </p:sp>
      <p:sp>
        <p:nvSpPr>
          <p:cNvPr id="14" name="Shape 7"/>
          <p:cNvSpPr/>
          <p:nvPr/>
        </p:nvSpPr>
        <p:spPr>
          <a:xfrm>
            <a:off x="6949440" y="1508760"/>
            <a:ext cx="4709160" cy="4206240"/>
          </a:xfrm>
          <a:prstGeom prst="roundRect">
            <a:avLst>
              <a:gd name="adj" fmla="val 2609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8"/>
          <p:cNvSpPr/>
          <p:nvPr/>
        </p:nvSpPr>
        <p:spPr>
          <a:xfrm>
            <a:off x="722376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Using Today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7223760" y="21488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7498080" y="214884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laptop with all 8 engines pre-installed + Key Press Reactor loaded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7223760" y="2807208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7498080" y="280720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NetSmartz video clip(s), queued and tested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7223760" y="3465576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498080" y="346557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&amp; Platform Guide + Engine Showcase (sent home in advance)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7223760" y="4123944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498080" y="412394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sheet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7223760" y="4782312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498080" y="47823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installer backups on USB (in case of wifi trouble)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IGDA framework tie-in:  Course/discipline orientation (Production &amp; Critical Studies) and first exposure to the Programming content area.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800" dirty="0"/>
          </a:p>
        </p:txBody>
      </p:sp>
      <p:pic>
        <p:nvPicPr>
          <p:cNvPr id="4" name="Image 1" descr="icons/produ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365760"/>
            <a:ext cx="822960" cy="8229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4173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82296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0:00 - 0:10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017520" y="1417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roll call, course overview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48640" y="20116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0:10 - 0:30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017520" y="2011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Safety &amp; Digital Citizenship (NetSmartz)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6060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2296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0:30 - 0:45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017520" y="2606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Game Development?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22960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0:45 - 1:00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017520" y="3200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Engine Tour: Key Press Reactor across all 8 engines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3794760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C99A2E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22960" y="37947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TIME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017520" y="3794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Install &amp; Setup —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4325112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2960" y="4325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1:00 - 1:45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3017520" y="432511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install/setup of chosen engine, by station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548640" y="4919472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822960" y="49194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1:45 - 1:52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3017520" y="4919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check: confirm working environment, quick share-out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548640" y="5513832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822960" y="5513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1:52 - 2:00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3017520" y="55138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Semester's Game: reveal, GDD hand-out, codename vote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&amp; Course Overview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are, how the class runs, and what the whole year looks like.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&amp; Course Overview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0424160" y="457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424160" y="457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class is:</a:t>
            </a:r>
            <a:endParaRPr lang="en-US" sz="1600" dirty="0"/>
          </a:p>
        </p:txBody>
      </p:sp>
      <p:pic>
        <p:nvPicPr>
          <p:cNvPr id="7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288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75564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and project-based — you'll be building the whole year</a:t>
            </a:r>
            <a:endParaRPr lang="en-US" sz="1400" dirty="0"/>
          </a:p>
        </p:txBody>
      </p:sp>
      <p:pic>
        <p:nvPicPr>
          <p:cNvPr id="9" name="Image 2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604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53288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to choose: pick your own engine, and you can switch later</a:t>
            </a:r>
            <a:endParaRPr lang="en-US" sz="1400" dirty="0"/>
          </a:p>
        </p:txBody>
      </p:sp>
      <p:pic>
        <p:nvPicPr>
          <p:cNvPr id="11" name="Image 3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8328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31012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engines: every lesson provides examples for all 8 supported engines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6492240" y="1371600"/>
            <a:ext cx="5166360" cy="4572000"/>
          </a:xfrm>
          <a:prstGeom prst="roundRect">
            <a:avLst>
              <a:gd name="adj" fmla="val 2400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4" descr="icons/produ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572768"/>
            <a:ext cx="502920" cy="5029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60920" y="15727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Highlights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766560" y="2286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schedule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766560" y="2606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lessons across two semesters, weekly, 2 hours each (lecture + lab)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676656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capstones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6766560" y="3840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1: a finished mini-game (find out exactly what today!).  Semester 2: your own game at the Co-op Expo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766560" y="4754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766560" y="5074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BYOD, AI-assistance guidelines, and conduct expectations — covered in the full Syllabus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Safety &amp; Digital Citizenship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NetSmartz, with a gaming-specific lens — you'll be building and sharing games with each other all year.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Safety &amp; Digital Citizenship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698480" y="4572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698480" y="4572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NetSmartz materials (preview clips ahead of time; check missingkids.org/netsmartz for the current library):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“Attitude Overdrive”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NSTeens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246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 for middle schoolers — appropriate conduct &amp; etiquette while gaming online.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187452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26280" y="2103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“Into the Cloud” — Season 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2628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 for a mixed middle/high room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3246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Livestreaming safety, reporting/removing inappropriate content, cyberbullying, seeking help from a trusted adult.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0" y="187452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75320" y="2103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Stories series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7532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older teens, use selectively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75320" y="3246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peer choices online and real consequences.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Points</a:t>
            </a:r>
            <a:endParaRPr lang="en-US" sz="3400" dirty="0"/>
          </a:p>
        </p:txBody>
      </p:sp>
      <p:pic>
        <p:nvPicPr>
          <p:cNvPr id="4" name="Image 1" descr="icons/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365760"/>
            <a:ext cx="914400" cy="914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41732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914400" y="1417320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Chatting with strangers in multiplayer/voice chat — what's okay to share, what isn't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48640" y="237744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14400" y="2377440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griefing, cyberbullying, and manipulation in gaming communities — how and when to report or block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48640" y="333756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14400" y="3337560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In-game purchases, scams, and “too good to be true” offers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429768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14400" y="4297680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info in usernames, credits, or shared builds — once we start sharing games with each other this year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525780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914400" y="5257800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go to if something online feels wrong: a parent, or the instructor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Game Development?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overview of the disciplines that make a game — so you can see where coding fits into the bigger picture.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Disciplines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class focuses on Programming, with light Design.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2121408" cy="4297680"/>
          </a:xfrm>
          <a:prstGeom prst="roundRect">
            <a:avLst>
              <a:gd name="adj" fmla="val 5172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icons/de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1965960"/>
            <a:ext cx="822960" cy="822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29260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31520" y="34290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the game is and how it plays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798064" y="1691640"/>
            <a:ext cx="2121408" cy="4297680"/>
          </a:xfrm>
          <a:prstGeom prst="roundRect">
            <a:avLst>
              <a:gd name="adj" fmla="val 5172"/>
            </a:avLst>
          </a:prstGeom>
          <a:solidFill>
            <a:srgbClr val="1C4A86"/>
          </a:solidFill>
          <a:ln w="2540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s/programm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1965960"/>
            <a:ext cx="822960" cy="8229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935224" y="29260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2980944" y="34290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rules and mechanics actually work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944368" y="521208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2944368" y="5212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FOCUS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047488" y="1691640"/>
            <a:ext cx="2121408" cy="4297680"/>
          </a:xfrm>
          <a:prstGeom prst="roundRect">
            <a:avLst>
              <a:gd name="adj" fmla="val 5172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icons/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6712" y="1965960"/>
            <a:ext cx="822960" cy="8229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84648" y="29260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Art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230368" y="34290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Characters, environments, and UI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296912" y="1691640"/>
            <a:ext cx="2121408" cy="4297680"/>
          </a:xfrm>
          <a:prstGeom prst="roundRect">
            <a:avLst>
              <a:gd name="adj" fmla="val 5172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icons/audi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6136" y="1965960"/>
            <a:ext cx="822960" cy="8229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34072" y="29260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7479792" y="34290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and sound effects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9546336" y="1691640"/>
            <a:ext cx="2121408" cy="4297680"/>
          </a:xfrm>
          <a:prstGeom prst="roundRect">
            <a:avLst>
              <a:gd name="adj" fmla="val 5172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icons/produc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60" y="1965960"/>
            <a:ext cx="822960" cy="8229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683496" y="29260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9729216" y="34290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scoping, and finishing a project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control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Engine Tour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demo — Key Press Reactor — run live across all 8 supported engines.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Engine Tour: Key Press Reactor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Play, tap an arrow key, watch the same reaction happen 8 different ways — about 60-90 seconds per engine.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72491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3232" y="160020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201168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92424" y="1508760"/>
            <a:ext cx="272491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557016" y="160020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GDevelop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557016" y="201168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6208" y="1508760"/>
            <a:ext cx="272491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160020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 Game Creator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0" y="201168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79992" y="1508760"/>
            <a:ext cx="272491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244584" y="160020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GameMaker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244584" y="201168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(Visual ↔ Script)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2587752"/>
            <a:ext cx="272491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13232" y="267919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3232" y="30906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(+ Visual option)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392424" y="2587752"/>
            <a:ext cx="272491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557016" y="267919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557016" y="30906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36208" y="2587752"/>
            <a:ext cx="272491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0" y="267919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TIC-80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0" y="30906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079992" y="2587752"/>
            <a:ext cx="272491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244584" y="267919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(advanced track)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244584" y="30906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(Blueprints ↔ C++)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note: device-fit guidance so students with older laptops feel set up for success, not steered toward something that will frustrate them.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wr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Time: Install &amp; Setup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every student leaves with a working environment for their chosen engine.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Install &amp; Setup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4A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77240" y="1051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every student leaves with a working environment — or at minimum, a browser-based fallback (GDevelop or Scratch) open and ready.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1819656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poll: which engine is each student planning to start with?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6700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2615184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installed at home verify their install works and open a new project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4655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8720" y="341071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haven't installed: start with GDevelop or Scratch in-browser immediately, then queue a larger download in the background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42611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8720" y="42062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circulates by station (clustered by chosen engine) to troubleshoot and answer questions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5056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500176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check: each student's editor is open, ideally with a blank or template project loaded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0" y="23774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Semester's Game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88036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reveal: what we're all building together this semester.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0360" y="3977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F2C52"/>
          </a:solidFill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88036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Semester's Game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0698480" y="4572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F4F0E6"/>
          </a:solidFill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698480" y="4572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1C4A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1887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top-down arcade shooter, in the tradition of classics like Space Invaders and Galaga. Move, dodge, and shoot your way through waves of descending enemies.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011680" y="288036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01168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24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Concept reveal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22960" y="42519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 class builds this same game this semester. Your code and your personal touches make it yours.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97680" y="26060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60720" y="288036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6072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2628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out your GDD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572000" y="42519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Lesson 1 Game Design Document (sneak peek). Yours to keep.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46720" y="26060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9509760" y="288036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50976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27532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on a codename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8321040" y="42519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studios use a codename before the final title is locked in. Let's pick ours!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4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/ Before Next Class</a:t>
            </a:r>
            <a:endParaRPr lang="en-US" sz="3200" dirty="0"/>
          </a:p>
        </p:txBody>
      </p:sp>
      <p:pic>
        <p:nvPicPr>
          <p:cNvPr id="4" name="Image 1" descr="icon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365760"/>
            <a:ext cx="914400" cy="914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8288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2011680" y="210312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2011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your install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22960" y="3474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chosen engine wasn't fully installed by the end of lab, finish that at home.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297680" y="18288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760720" y="210312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760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52628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a tutorial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572000" y="3474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Student Resource List for your engine and bookmark one beginner tutorial.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18288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509760" y="210312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95097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27532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C4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(optional)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8321040" y="3474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15-20 minutes just clicking around your engine's interface to get comfortable.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itle_with_sl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146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C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You Next Week!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371600" y="329184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2: Key Press Reactor — build it yourself, in your chosen engine.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371600" y="397764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then? Reach out to your instructor.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CREATION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8857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05895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1270</Words>
  <Application>Microsoft Office PowerPoint</Application>
  <PresentationFormat>Widescreen</PresentationFormat>
  <Paragraphs>227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Robert Kuropkat</cp:lastModifiedBy>
  <cp:revision>1</cp:revision>
  <dcterms:created xsi:type="dcterms:W3CDTF">2026-07-31T22:59:16Z</dcterms:created>
  <dcterms:modified xsi:type="dcterms:W3CDTF">2026-08-07T02:42:51Z</dcterms:modified>
</cp:coreProperties>
</file>